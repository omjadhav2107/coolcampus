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7EF8B"/>
                </a:solidFill>
                <a:latin typeface="Aptos"/>
              </a:defRPr>
            </a:pPr>
            <a:r>
              <a:t>ENVIRONMENTAL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CoolCampus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26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C7EF8B"/>
                </a:solidFill>
                <a:latin typeface="Aptos"/>
              </a:defRPr>
            </a:pPr>
            <a:r>
              <a:t>Campus Heat &amp; Shade Explorer</a:t>
            </a:r>
          </a:p>
          <a:p>
            <a:pPr>
              <a:defRPr sz="2400" b="0">
                <a:solidFill>
                  <a:srgbClr val="C7EF8B"/>
                </a:solidFill>
                <a:latin typeface="Aptos"/>
              </a:defRPr>
            </a:pPr>
            <a:r>
              <a:t>Observe the heat. Find the shade. Plan greener spaces.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Om Jadhav • Computer Engineering • Academic Year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2E6D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7EF8B"/>
                </a:solidFill>
                <a:latin typeface="Aptos"/>
              </a:defRPr>
            </a:pPr>
            <a:r>
              <a:t>1. Environmental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Some outdoor campus spaces have extensive exposed pavement and little shade.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Students may notice hot areas, but observations are often informal and not recorded consistently.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A simple observation tool can help organize evidence and identify locations for further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2E6D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7EF8B"/>
                </a:solidFill>
                <a:latin typeface="Aptos"/>
              </a:defRPr>
            </a:pPr>
            <a: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CoolCampus records: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Location name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Ground surface type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Shade level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Observed heat level and time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Optional measured temperature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Notes and possible improvements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It highlights entries marked high heat with no shade.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2E6D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7EF8B"/>
                </a:solidFill>
                <a:latin typeface="Aptos"/>
              </a:defRPr>
            </a:pPr>
            <a:r>
              <a:t>3.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1. Select an accessible campus location.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2. Record surface, shade, heat observation, and time.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3. Enter temperature only if measured.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4. Save the observation in the app.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5. Search/filter records and review summary counts.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6. Investigate possible shade or greening improvements with campus approval.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2E6D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7EF8B"/>
                </a:solidFill>
                <a:latin typeface="Aptos"/>
              </a:defRPr>
            </a:pPr>
            <a:r>
              <a:t>4.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HTML — page structure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CSS — responsive design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JavaScript — form handling, rendering, filters, counters, and suggestions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Browser localStorage — saves entries on the same device/browser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The included prototype runs without a server or external libraries.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2E6D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7EF8B"/>
                </a:solidFill>
                <a:latin typeface="Aptos"/>
              </a:defRPr>
            </a:pPr>
            <a:r>
              <a:t>5. Implemented vs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IMPLEMENTED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Add/remove observations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Surface, shade, heat, time, optional temperature, notes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Search and filters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Summary counts and simple suggestions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Browser-local persistence and reset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FUTURE — NOT IMPLEMENTED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GPS/map, sensors, cloud database, multi-user access, validated heat-risk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2E6D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7EF8B"/>
                </a:solidFill>
                <a:latin typeface="Aptos"/>
              </a:defRPr>
            </a:pPr>
            <a:r>
              <a:t>6. Testing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Open the app; add a location; test required-field validation; search; filter high-heat entries; view a suggestion; reload to test persistence; reset demo data.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Record actual outcomes and screenshots. The prototype has been generated, but tests must be run before claiming they passed.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2E6D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7EF8B"/>
                </a:solidFill>
                <a:latin typeface="Aptos"/>
              </a:defRPr>
            </a:pPr>
            <a:r>
              <a:t>7. Field Study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Observe several approved locations at comparable times.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Compare surface, shade, and user-observed heat categories. If using a thermometer, record the method, date, time, and actual reading.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Do not treat a small sample or user-selected heat category as a scientific heat-risk assessment.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2E6D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7EF8B"/>
                </a:solidFill>
                <a:latin typeface="Aptos"/>
              </a:defRPr>
            </a:pPr>
            <a:r>
              <a:t>8.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CoolCampus is a feasible beginner-level environmental web project focused on campus heat and shade—not waste management.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It demonstrates basic web development while supporting a small, evidence-based campus observation study.</a:t>
            </a: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Next steps: test the app, collect genuine observations, insert screenshots, and complete the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2E6D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